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914400"/>
            <a:ext cx="5029200" cy="50292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463040"/>
            <a:ext cx="3291840" cy="329184"/>
          </a:xfrm>
          <a:prstGeom prst="roundRect">
            <a:avLst>
              <a:gd name="adj" fmla="val 27778"/>
            </a:avLst>
          </a:prstGeom>
          <a:solidFill>
            <a:srgbClr val="2563EB">
              <a:alpha val="6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4996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FLEET ERP PLATFORM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TransportMS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7280" y="2971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End-to-End Transport &amp; Fleet Management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3566160"/>
            <a:ext cx="201168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 •  Fleet &amp; GPS  •  Finance &amp; GST  •  HR &amp; Payroll  •  Driver Mobile 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475488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0F172A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937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5440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Tracked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475488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0F172A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4937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5440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Trips Dispatched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475488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0F172A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937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5440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Uptime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78240" y="475488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0F172A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4937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78240" y="5440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&amp; Tally Compliant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Core Value Proposition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TransportMS?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TransportMS is an enterprise-grade Transport Management System designed for fleet owners, logistics operators, freight forwarders, and 3PL companies.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solves real-world logistics challenges: dispatch bottlenecks, fuel thefts, document penalties, uncollected freight, and driver salary disputes through single-window unified automation.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Real-Time Operational Automation: From order booking to live trip closure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4389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100% Compliance Guard: Zero challans via auto-document expiry alerts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4937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Profit Visibility: Per-trip gross &amp; net profit calculation with fuel/toll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5486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Driver Mobility: Dedicated lightweight portal for POD uploads &amp; route status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92240" y="21122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+ React Modern Web Client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4963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Lightweight, lightning-fast rendering with sub-second page transitions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284378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Enterprise Light Theme UI built for Indian road logistics workflow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315468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3832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4015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92240" y="37124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 + Java Enterprise Core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0965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Robust RESTful architecture, multitenancy &amp; JWT / API Key security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444398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High-throughput concurrency handling fleet transactions smoothly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75488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9834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50017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INT.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92240" y="53126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 + WhatsApp &amp; SMS APIs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56967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Relational schema for orders, vehicles, LR/bilty, expenses &amp; payroll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604418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Twilio / WhatsApp webhooks for automated customer &amp; driver dispatches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Planning, Dispatch &amp; Smart Recommendation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ENGINE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Trip Dispatch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Interactive New Trip Wizard (Pick origin, destination &amp; consignee)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Automated Distance &amp; Toll Estimation between 100+ Indian hubs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Smart Recommendation Engine ranks available trucks by capacity, location &amp; gross profit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Multi-driver assignment with license validity check before dispatch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Automated trip sheet generation &amp; instant WhatsApp alerts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LOGISTICS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/ Bilty &amp; e-Way Bill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Instant Lorry Receipt (LR / Bilty) generator with GST breakdown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Consignor &amp; Consignee details with GSTIN validation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PDF Download &amp; Print with company branding and terms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Digital Proof of Delivery (POD) image upload &amp; archive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e-Way bill number tagging &amp; automated expiry monitoring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TELEMATICS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3210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 &amp; Tolls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Real-time GPS Tracking on interactive OpenStreetMap map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210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Speed monitoring, stoppage detection &amp; route deviation alerts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210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Public tracking URL sharing for clients &amp; consignees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210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FASTag Toll Integration with vehicle-wise debit records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210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Toll vs Freight cost ratio analyzer to detect non-optimal routes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MANAGEMENT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Master, Driver Portal &amp; Document Vault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REPOSITORY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Master 360°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Comprehensive registry (Type, Model, Axle count, Gross Weight)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Status tracking: Available, On-Trip, Under Maintenance, Inactive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Tyre health &amp; replacement odometer tracking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Scheduled maintenance, service records &amp; garage workshop bills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Vehicle Profitability: Revenue earned vs Maintenance &amp; Fuel burned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RESOURCES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Management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Driver KYC: Aadhaar, PAN, Driving License, Blood Group &amp; Address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Salary structures: Fixed Monthly vs Per-Trip / Per-KM models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Trip history, active trip status, advance cash ledger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Driver Rating &amp; Performance Scorecard based on on-time delivery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Emergency SOS contacts &amp; medical insurance logs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PENALTY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3210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Expiry Vault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Automated tracking for 6+ documents: Fitness, Insurance, Pollution, National Permit, Road Tax, DL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210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Color-coded status alerts (Green = Active, Orange = Expiring in 15 Days, Red = Expired)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210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Automated blocking: System prevents dispatching vehicles with expired permits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210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Document file upload &amp; secure cloud PDF/image storage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Invoicing, Expense Auditing, GST &amp; Profit / Loss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&amp; Invoicing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Single-click Freight Invoice creation from completed trips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Automatic detention, loading/unloading &amp; bilty charges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Payment Tracking: Paid, Partially Paid, Overdue with age analysis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Professional PDF generation with QR codes &amp; bank details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Direct email &amp; WhatsApp dispatch to corporate clients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Expenses &amp; Bank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Trip expense log: Fuel receipts, Toll slips, RTO/Police, En-route repairs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Cash &amp; Bank Book ledger with real-time balance tracking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Vehicle Loan &amp; EMI tracker with interest &amp; principal amortization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Petty cash reconciliation for branch offices &amp; loading yards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Vendor bill settlements for spare parts, tyres and lube oil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&amp; TAXATION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3210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/ Loss &amp; GST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Real-time Trip-by-Trip P&amp;L: (Freight) minus (Fuel + Toll + Driver + Maintenance)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210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Route Profitability Heatmap: Identifies loss-making corridors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210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GST Return preparation: Output GST, RCM (Reverse Charge Mechanism)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210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Tally ERP sync JSON exporter for chartered accountants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210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Monthly &amp; annual revenue graphs with YoY margin comparison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YARD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Theft Prevention, Inventory &amp; Spare Parts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THEFT CONTROL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Management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Petrol pump fuel slip logging (Liters, Price/L, Odometer, Pump name)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Automated Mileage (KM/L) calculation on every refill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Fuel Anomaly Detector: Flags mileage drops below truck baseline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Credit fuel card reconciliation &amp; monthly diesel consumption reports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Slip image OCR scanner for zero manual data entry errors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Spare Parts Inventory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Workshop inventory tracking (Tyres, Engine Oil, Filters, Brake Pads, DEF)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Min-Stock threshold alerts to prevent workshop downtime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Part Issue logs linked to specific vehicle registration numbers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Scrap &amp; retreading cycle management for commercial tyres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Valuation of existing yard inventory on FIFO basis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3210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Ecosystem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Vendor database: Garages, Tyre dealers, Fuel pumps &amp; Insurance brokers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210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Vendor ledger tracking outstanding payables and payment history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210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Rate contract benchmarking to negotiate volume discounts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210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Direct bank transfer payment voucher recording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210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Vendor performance scoring based on repair speed &amp; warranty claims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&amp; WORKFORCE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Attendance, Staff Labor &amp; Salary 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Attendance Tracker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Three distinct worker tiers: Drivers, Managers &amp; Yard Staff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One-click Present (P), Absent (A), Leave (L) daily marking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Integrated date picker for retroactive log verification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Driver self-attendance submission via Driver Mobile Portal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Color-coded visual badges for Super Admin, Manager, Accountant, Dispatcher &amp; HR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ENGINE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&amp; Deductions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Monthly aggregated calculation: Base salary minus absent day salary cuts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Trip allowance, overtime, Bhatta &amp; performance bonus additions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Advance salary deduction handling with auto-balance adjustment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Automated Payslip generation with printable PDF voucher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Bank NEFT/RTGS batch transfer sheet export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MGT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3210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&amp; Yard Labor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Loading/unloading labor gang ledger &amp; piece-rate wage calculation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210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Branch operations team directory with mobile contacts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210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Emergency leave requests &amp; shift scheduling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210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Role-based performance incentives for dispatch managers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210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Strict data isolation between staff salary and driver payouts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&amp;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Control, API Docs &amp; Audit Logs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RBAC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6 Pre-configured roles: Super Admin, Manager, Accountant, Dispatcher, HR &amp; Driver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Route-level permission gatekeeper: Block access to unauthorized finance or HR tabs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Multi-tenant isolation: Complete data privacy per transport company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2FA (Two-Factor Authentication) with OTP verification on login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 role builder for regional branch office managers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&amp; Logs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Immutable log of every user action: Trip created, Expense approved, Bill edited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IP Address, timestamp &amp; previous vs modified values recording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Fraud detection: Flags suspicious backdated freight changes or expense deletions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System health watchdog &amp; background server ping monitor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Exportable CSV logs for statutory compliance audits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155448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1783080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18013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API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321040" y="21122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API &amp; Sandbox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2496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REST API suite for ERP / SAP / Tally third-party integrations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21040" y="2843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Interactive Sandbox API documentation (live test endpoints directly in browser)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21040" y="3191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Secured API Keys with rate-limiting &amp; customizable scope policies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21040" y="3538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Incoming webhooks for GPS hardware telematics (Teltonika, Concox, etc.)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21040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Fastag &amp; e-Invoicing webhook endpoints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TRANSPORTMS?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ROI &amp; Competitive Advantage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&amp; Toll Cost Savings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detecting abnormal mileage dips, identifying non-optimal toll routes, and preventing diesel thefts.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118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Expiry Fines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31089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automated notifications prevent vehicles from getting impounded by RTO or police at state borders.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 Faster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Dispatch &amp; Billing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31089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automated recommendation engine, instant digital bilty generation, and automated invoice dispatch.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23960" y="16459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0684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 Transparency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06840" y="31089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Per-trip P&amp;L visibility ensures owners know exactly which routes and clients make money and which lose money.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937760"/>
            <a:ext cx="10698480" cy="1280160"/>
          </a:xfrm>
          <a:prstGeom prst="roundRect">
            <a:avLst>
              <a:gd name="adj" fmla="val 857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166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MODERNIZE YOUR FLEET OPERATIONS?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532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TransportMS delivers enterprise-level logistics automation with an intuitive, clean interface tailored for Indian transport logistics.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TransportMS ERP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TransportMS - Complete Platform &amp; Feature Deck</dc:title>
  <dc:subject>PptxGenJS Presentation</dc:subject>
  <dc:creator>TransportMS Team</dc:creator>
  <cp:lastModifiedBy>TransportMS Team</cp:lastModifiedBy>
  <cp:revision>1</cp:revision>
  <dcterms:created xsi:type="dcterms:W3CDTF">2026-10-23T10:09:38Z</dcterms:created>
  <dcterms:modified xsi:type="dcterms:W3CDTF">2026-10-23T10:09:38Z</dcterms:modified>
</cp:coreProperties>
</file>